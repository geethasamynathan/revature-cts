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Module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module is a file containing Python definitions and statements.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module is a file containing group of variables, methods, function and classes etc.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They are executed only the first time the module name is encountered in an import statement.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file name is the module name with the suffix .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appended.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 mymodule.py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Type of Modules:-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User-defined Modules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Built-in Modules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Ex:- array, math,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sys</a:t>
            </a:r>
          </a:p>
        </p:txBody>
      </p:sp>
    </p:spTree>
    <p:extLst>
      <p:ext uri="{BB962C8B-B14F-4D97-AF65-F5344CB8AC3E}">
        <p14:creationId xmlns:p14="http://schemas.microsoft.com/office/powerpoint/2010/main" val="127975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1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When and Why use Module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Assume that you are building a very large project, it will be very difficult to manage all logic within one single file so If you want to separate your similar logic to a separate file, you can use module.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will not only separate your logics but also help you to debug your code easily as you know which logic is defined in which module.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a module is developed, it can be reused in any program that needs that module.</a:t>
            </a:r>
          </a:p>
          <a:p>
            <a:pPr marL="0" indent="0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46517" y="2876550"/>
            <a:ext cx="1524000" cy="16764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875117" y="3040618"/>
            <a:ext cx="105817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Database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798917" y="3509486"/>
            <a:ext cx="122610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Calculation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845335" y="3955018"/>
            <a:ext cx="109658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Searching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722717" y="4476750"/>
            <a:ext cx="1183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mymodule.</a:t>
            </a:r>
            <a:r>
              <a:rPr lang="en-US" sz="1400" dirty="0"/>
              <a:t>py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380317" y="3028950"/>
            <a:ext cx="594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db.py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380317" y="3486150"/>
            <a:ext cx="60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cal.py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380317" y="3940373"/>
            <a:ext cx="791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sarch.py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587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5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Creating a Module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51317" y="895350"/>
            <a:ext cx="1524000" cy="16764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179917" y="1059418"/>
            <a:ext cx="105817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Database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103717" y="1528286"/>
            <a:ext cx="122610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Calculation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150135" y="1973818"/>
            <a:ext cx="109658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Searching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027517" y="2495550"/>
            <a:ext cx="1183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mymodule.</a:t>
            </a:r>
            <a:r>
              <a:rPr lang="en-US" sz="1400" dirty="0"/>
              <a:t>py</a:t>
            </a:r>
            <a:endParaRPr lang="en-IN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685117" y="1047750"/>
            <a:ext cx="594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db.py</a:t>
            </a:r>
            <a:endParaRPr lang="en-IN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5685117" y="1504950"/>
            <a:ext cx="60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cal.py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685117" y="1959173"/>
            <a:ext cx="791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sarch.py</a:t>
            </a:r>
            <a:endParaRPr lang="en-IN" sz="1400" dirty="0"/>
          </a:p>
        </p:txBody>
      </p:sp>
      <p:sp>
        <p:nvSpPr>
          <p:cNvPr id="12" name="Rectangle 11"/>
          <p:cNvSpPr/>
          <p:nvPr/>
        </p:nvSpPr>
        <p:spPr>
          <a:xfrm>
            <a:off x="1752600" y="3028950"/>
            <a:ext cx="1828800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add(a, b)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return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a+b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sub(a, b)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return a-b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171950"/>
            <a:ext cx="6815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cal.py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74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4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How to use Module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statement is used to import modules.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module_name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alias_name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alias_f_name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*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71800" y="2222800"/>
            <a:ext cx="5498621" cy="305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function_name1, function_name2,……,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function_nameN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4105156"/>
            <a:ext cx="406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var_name1, var_name2,……,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var_nameN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76600" y="4752618"/>
            <a:ext cx="4525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class_name1, class_name2,……,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class_nameN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24200" y="4400550"/>
            <a:ext cx="5025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class_name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method_name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……,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6024" y="3790950"/>
            <a:ext cx="4202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Note - Modules can import other modules.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24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4" grpId="1"/>
      <p:bldP spid="5" grpId="0"/>
      <p:bldP spid="5" grpId="1"/>
      <p:bldP spid="6" grpId="0"/>
      <p:bldP spid="6" grpId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pPr marL="0" indent="0"/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4000" b="1" u="sng" dirty="0" err="1">
                <a:latin typeface="Times New Roman" pitchFamily="18" charset="0"/>
                <a:cs typeface="Times New Roman" pitchFamily="18" charset="0"/>
              </a:rPr>
              <a:t>module_name</a:t>
            </a:r>
            <a:endParaRPr lang="en-US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does not enter the names of the functions defined in module directly in the current symbol table; it only enters the module name there. 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 import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How to access Methods, Functions, Variable and Classes ?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Using the module name you can access the functions.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Syntax:-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module_name.function_name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cal.add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(10, 20)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cal.sub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(20, 10)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 =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cal.add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add(10, 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5200" y="3476065"/>
            <a:ext cx="4967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2 modules having same function name then </a:t>
            </a:r>
          </a:p>
          <a:p>
            <a:r>
              <a:rPr lang="en-US" dirty="0"/>
              <a:t>This import module is good approach to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28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pPr marL="0" indent="0"/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4000" b="1" u="sng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4000" b="1" u="sng" dirty="0" err="1">
                <a:latin typeface="Times New Roman" pitchFamily="18" charset="0"/>
                <a:cs typeface="Times New Roman" pitchFamily="18" charset="0"/>
              </a:rPr>
              <a:t>alias_name</a:t>
            </a:r>
            <a:endParaRPr lang="en-US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does not enter the names of the functions defined in module directly in the current symbol table; it only enters the module name there. If the module name is followed by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then the name following as is bound directly to the imported module.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 import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as c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How to access Methods, Functions, Variable and Classes ?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Using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alias_name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you can access the functions.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c.add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(10, 20)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c.sub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(20, 10)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 =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c.add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add(10, 20)</a:t>
            </a:r>
          </a:p>
        </p:txBody>
      </p:sp>
    </p:spTree>
    <p:extLst>
      <p:ext uri="{BB962C8B-B14F-4D97-AF65-F5344CB8AC3E}">
        <p14:creationId xmlns:p14="http://schemas.microsoft.com/office/powerpoint/2010/main" val="413538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pPr marL="0" indent="0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3200" b="1" u="sng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 import </a:t>
            </a:r>
            <a:r>
              <a:rPr lang="en-US" sz="3200" b="1" u="sng" dirty="0" err="1">
                <a:latin typeface="Times New Roman" pitchFamily="18" charset="0"/>
                <a:cs typeface="Times New Roman" pitchFamily="18" charset="0"/>
              </a:rPr>
              <a:t>function_name</a:t>
            </a:r>
            <a:endParaRPr lang="en-US" sz="32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is a variant of the import statement that imports names from a module directly into the importing module’s symbol table.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 from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add, sub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How to access Methods, Functions, Variable and Classes ?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You can access the functions directly by it’s name.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add(10, 20)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sub(20, 10)</a:t>
            </a:r>
          </a:p>
        </p:txBody>
      </p:sp>
    </p:spTree>
    <p:extLst>
      <p:ext uri="{BB962C8B-B14F-4D97-AF65-F5344CB8AC3E}">
        <p14:creationId xmlns:p14="http://schemas.microsoft.com/office/powerpoint/2010/main" val="323006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pPr marL="0" indent="0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3200" b="1" u="sng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 import </a:t>
            </a:r>
            <a:r>
              <a:rPr lang="en-US" sz="3200" b="1" u="sng" dirty="0" err="1">
                <a:latin typeface="Times New Roman" pitchFamily="18" charset="0"/>
                <a:cs typeface="Times New Roman" pitchFamily="18" charset="0"/>
              </a:rPr>
              <a:t>f_name</a:t>
            </a: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en-US" sz="3200" b="1" u="sng" dirty="0" err="1">
                <a:latin typeface="Times New Roman" pitchFamily="18" charset="0"/>
                <a:cs typeface="Times New Roman" pitchFamily="18" charset="0"/>
              </a:rPr>
              <a:t>a_name</a:t>
            </a:r>
            <a:endParaRPr lang="en-US" sz="32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 from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add as s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How to access Methods, Functions, Variable and Classes ?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You can access the functions directly by it’s alias name.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s(10, 20)</a:t>
            </a:r>
          </a:p>
        </p:txBody>
      </p:sp>
    </p:spTree>
    <p:extLst>
      <p:ext uri="{BB962C8B-B14F-4D97-AF65-F5344CB8AC3E}">
        <p14:creationId xmlns:p14="http://schemas.microsoft.com/office/powerpoint/2010/main" val="99671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pPr marL="0" indent="0"/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3200" b="1" u="sng" dirty="0" err="1">
                <a:latin typeface="Times New Roman" pitchFamily="18" charset="0"/>
                <a:cs typeface="Times New Roman" pitchFamily="18" charset="0"/>
              </a:rPr>
              <a:t>module_name</a:t>
            </a:r>
            <a:r>
              <a:rPr lang="en-US" sz="3200" b="1" u="sng" dirty="0">
                <a:latin typeface="Times New Roman" pitchFamily="18" charset="0"/>
                <a:cs typeface="Times New Roman" pitchFamily="18" charset="0"/>
              </a:rPr>
              <a:t> import 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imports all names except those beginning with an underscore (_).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 from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import *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itchFamily="18" charset="0"/>
                <a:cs typeface="Times New Roman" pitchFamily="18" charset="0"/>
              </a:rPr>
              <a:t>How to access Methods, Functions, Variable and Classes ?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You can access the functions directly by it’s name.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Ex:-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add(10, 20)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sub(20, 10)</a:t>
            </a:r>
          </a:p>
        </p:txBody>
      </p:sp>
    </p:spTree>
    <p:extLst>
      <p:ext uri="{BB962C8B-B14F-4D97-AF65-F5344CB8AC3E}">
        <p14:creationId xmlns:p14="http://schemas.microsoft.com/office/powerpoint/2010/main" val="91922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DDD9-2B87-DBCF-DB8B-A329239A1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from </a:t>
            </a:r>
            <a:r>
              <a:rPr lang="en-US" dirty="0" err="1"/>
              <a:t>module_name</a:t>
            </a:r>
            <a:r>
              <a:rPr lang="en-US" dirty="0"/>
              <a:t> import * import </a:t>
            </a:r>
            <a:r>
              <a:rPr lang="en-US" dirty="0" err="1"/>
              <a:t>module_name</a:t>
            </a:r>
            <a:r>
              <a:rPr lang="en-US" dirty="0"/>
              <a:t> both are same ?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5545B4-053C-7A9C-5C29-C7F77089B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743756"/>
            <a:ext cx="7848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module_name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module_name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the same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from math import *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print(sqrt(16)) # You can use sqrt directly without </a:t>
            </a:r>
            <a:r>
              <a:rPr lang="en-US" sz="2000" dirty="0" err="1"/>
              <a:t>math.sqrt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import math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print(</a:t>
            </a:r>
            <a:r>
              <a:rPr lang="en-US" sz="2000" dirty="0" err="1"/>
              <a:t>math.sqrt</a:t>
            </a:r>
            <a:r>
              <a:rPr lang="en-US" sz="2000" dirty="0"/>
              <a:t>(16)) # You need to use </a:t>
            </a:r>
            <a:r>
              <a:rPr lang="en-US" sz="2000" dirty="0" err="1"/>
              <a:t>math.sqrt</a:t>
            </a:r>
            <a:r>
              <a:rPr lang="en-US" sz="2000" dirty="0"/>
              <a:t> to access the function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16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Module Search Path</a:t>
            </a:r>
            <a:endParaRPr lang="en-IN" sz="4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886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When a module named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cal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imported, the interpreter first searches for a built-in module with that name. If not found, it then searches for a file named cal.py in a list of directories given by the variable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sys.path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sys.path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initialized from these locations: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Current Directory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If not found then searches each directory in the Shell variable PYTHONPATH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If not found then searches installation-dependent default path.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PYTHONPATH is a list of directory names, with the same syntax as the shell variable PATH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6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921</Words>
  <Application>Microsoft Office PowerPoint</Application>
  <PresentationFormat>On-screen Show (16:9)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Times New Roman</vt:lpstr>
      <vt:lpstr>Office Theme</vt:lpstr>
      <vt:lpstr>Module</vt:lpstr>
      <vt:lpstr>When and Why use Module</vt:lpstr>
      <vt:lpstr>Creating a Module</vt:lpstr>
      <vt:lpstr>How to use Module</vt:lpstr>
      <vt:lpstr>import module_name</vt:lpstr>
      <vt:lpstr>import module_name as alias_name</vt:lpstr>
      <vt:lpstr>from module_name import function_name</vt:lpstr>
      <vt:lpstr>from module_name import f_name as a_name</vt:lpstr>
      <vt:lpstr>from module_name import *</vt:lpstr>
      <vt:lpstr>from module_name import * import module_name both are same ?</vt:lpstr>
      <vt:lpstr>Module Search Path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</dc:title>
  <dc:creator>RK</dc:creator>
  <cp:lastModifiedBy>easwara murthi</cp:lastModifiedBy>
  <cp:revision>46</cp:revision>
  <dcterms:created xsi:type="dcterms:W3CDTF">2006-08-16T00:00:00Z</dcterms:created>
  <dcterms:modified xsi:type="dcterms:W3CDTF">2025-05-26T06:28:13Z</dcterms:modified>
</cp:coreProperties>
</file>